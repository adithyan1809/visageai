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DAA520"/>
                </a:solidFill>
              </a:defRPr>
            </a:pPr>
            <a:r>
              <a:t>SMAP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Smart Monitoring &amp; Attendance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AA520"/>
                </a:solidFill>
              </a:defRPr>
            </a:pPr>
            <a:r>
              <a:t>AI-Powered Student Attendance &amp; Safety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What is SMAP?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Automated Student Attendance System using AI &amp; Facial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Real-time Student Presence Tracking across Campus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Eliminates Manual Roll Call &amp; Paper-Based Attendance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Instant Alerts for Missing or Late Students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Integration with Existing Academic Management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Secure, Privacy-Compliant, On-Campus Data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SMAP? Unique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🎯 99%+ Facial Recognition Accuracy - Never miss a student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⚡ Zero Manual Work - Fully automated attendance in seconds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🛡️ Fraud-Proof - Eliminates proxy attendance completely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📱 Real-time Visibility - Know exactly where students are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👨‍👩‍👧 Parental Peace of Mind - Parents notified of attendance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🎓 Better Academic Outcomes - Attendance tied to grades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💰 Cost Savings - Pays for itself in 4-6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Current Attendance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❌ Manual attendance marking wastes 10+ hours/week per faculty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❌ Proxy attendance (friends marking for friends) is rampant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❌ No real-time visibility into student location on campus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❌ Attendance data is error-prone and inconsistent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❌ Missing students not detected until class ends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❌ Administrative burden on faculty and staff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SMAP Solution -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Fully automated attendance using face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Real-time student presence tracking across campus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Eliminates proxy attendance (impossible to fake faces)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Instant alerts for missing or late students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Integration with ERP/LMS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Zero manual intervention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SMAP Requirements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🎥 Hardware: RTSP-compatible network cameras at entry 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🖥️ Server: On-premise or cloud-based processing unit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🔌 Network: Stable LAN connection (optional internet backup)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📱 Software: Dashboard, mobile app for faculty &amp; admin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🗄️ Database: Secure student photo enrollment + attendance storage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🔐 Security: Encrypted data, role-based access, audit trails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Detailed Technical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📸 Cameras: 720p RTSP @ 5 FPS per camera (configurable)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⚙️ Detection: Face detection on CPU, ~15 FPS per 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🎯 Recognition: ArcFace embeddings, 10-30 crops/sec per 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🔍 Search: FAISS vector DB, &lt;5ms per match query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⚡ Processing: 2-3 seconds end-to-end per student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💾 Storage: ~1KB per attendance event (1000s of events/day)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🔄 Uptime: 99.5%+ availability with automatic failover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🎥 Stream Layer: RTSP camera input &amp; frame buffering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🔎 Detection Layer: Face detection &amp; multi-object tracking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🧠 Recognition Layer: Embedding extraction &amp; FAISS search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🛡️ Policy Layer: Liveness detection &amp; access control (OPA)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📊 Service Layer: Attendance logging &amp; alerts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💾 Data Layer: PostgreSQL database + Redis cache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System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📷 Stream Ingestor: Manages RTSP connections &amp; frame decoding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🎯 Detector Pool: Face detection (CPU-based, parallel workers)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👁️ Tracker: Per-camera multi-object tracker (Kalman filtering)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🧩 Recognition Service: Embedding extraction (ArcFace ONNX)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🔍 Vector Search: FAISS index for fast similarity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⚡ Policy Engine: OPA integration for access control rules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📝 Attendance Service: Event logging &amp; alert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Flow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914400" cy="1097280"/>
          </a:xfrm>
          <a:prstGeom prst="roundRect">
            <a:avLst/>
          </a:prstGeom>
          <a:solidFill>
            <a:srgbClr val="DAA52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📹 Camera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481328" y="2606040"/>
            <a:ext cx="137160" cy="54864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45919" y="2286000"/>
            <a:ext cx="914400" cy="1097280"/>
          </a:xfrm>
          <a:prstGeom prst="roundRect">
            <a:avLst/>
          </a:prstGeom>
          <a:solidFill>
            <a:srgbClr val="4682B4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📸 Detect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78608" y="2606040"/>
            <a:ext cx="137160" cy="54864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2286000"/>
            <a:ext cx="914400" cy="1097280"/>
          </a:xfrm>
          <a:prstGeom prst="roundRect">
            <a:avLst/>
          </a:prstGeom>
          <a:solidFill>
            <a:srgbClr val="DAA52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🎯 Track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75887" y="2606040"/>
            <a:ext cx="137160" cy="54864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79" y="2286000"/>
            <a:ext cx="914400" cy="1097280"/>
          </a:xfrm>
          <a:prstGeom prst="roundRect">
            <a:avLst/>
          </a:prstGeom>
          <a:solidFill>
            <a:srgbClr val="4682B4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✂️ Crop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73167" y="2606040"/>
            <a:ext cx="137160" cy="54864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37759" y="2286000"/>
            <a:ext cx="914400" cy="1097280"/>
          </a:xfrm>
          <a:prstGeom prst="roundRect">
            <a:avLst/>
          </a:prstGeom>
          <a:solidFill>
            <a:srgbClr val="DAA52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🧠 Embed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70447" y="2606040"/>
            <a:ext cx="137160" cy="54864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2286000"/>
            <a:ext cx="914400" cy="1097280"/>
          </a:xfrm>
          <a:prstGeom prst="roundRect">
            <a:avLst/>
          </a:prstGeom>
          <a:solidFill>
            <a:srgbClr val="4682B4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🔍 Match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67727" y="2606040"/>
            <a:ext cx="137160" cy="54864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19" y="2286000"/>
            <a:ext cx="914400" cy="1097280"/>
          </a:xfrm>
          <a:prstGeom prst="roundRect">
            <a:avLst/>
          </a:prstGeom>
          <a:solidFill>
            <a:srgbClr val="DAA52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✓ Verify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65007" y="2606040"/>
            <a:ext cx="137160" cy="548640"/>
          </a:xfrm>
          <a:prstGeom prst="rightArrow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2286000"/>
            <a:ext cx="914400" cy="1097280"/>
          </a:xfrm>
          <a:prstGeom prst="roundRect">
            <a:avLst/>
          </a:prstGeom>
          <a:solidFill>
            <a:srgbClr val="4682B4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📊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7680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AA520"/>
                </a:solidFill>
              </a:defRPr>
            </a:pPr>
            <a:r>
              <a:t>📊 Output: Attendance Event → Database → Dashboard &amp; Alerts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⏱️ End-to-End Latency: 2-3 seconds from face detection to logged attendance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How SMAP Works -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1️⃣ Student enters classroom → Camera captures 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2️⃣ AI detects face &amp; tracks student across frames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3️⃣ Best face crop extracted &amp; sent to recognition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4️⃣ Face embedding generated &amp; matched against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5️⃣ Liveness check (anti-spoofing) performed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6️⃣ Access policy evaluated (shift, department,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7️⃣ Attendance logged automatically to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8️⃣ Faculty &amp; parents notified via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📸 99%+ Accuracy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Advanced facial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⚡ Real-time Processing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2-3 seconds per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📊 Live Dashboard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Monitor attendance in real-time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📱 Mobile App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Faculty can check attendance anytime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🔗 ERP Integration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Syncs with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🔒 Secure &amp; Private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On-premise, encrypted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Development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DAA520"/>
                </a:solidFill>
              </a:defRPr>
            </a:pPr>
            <a:r>
              <a:t>👥 Team Photos &amp; Descriptions (INSERT IMAGES HERE)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👨‍💼 Project Lead / Product Owner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Oversees project direction, requirements, timelines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1">
                <a:solidFill>
                  <a:srgbClr val="003366"/>
                </a:solidFill>
              </a:defRPr>
            </a:pPr>
            <a:r>
              <a:t>👨‍💻 Lead Backend Developer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Designs REST APIs, database architecture, server logic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1">
                <a:solidFill>
                  <a:srgbClr val="003366"/>
                </a:solidFill>
              </a:defRPr>
            </a:pPr>
            <a:r>
              <a:t>👨‍💻 Lead Frontend Developer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Builds dashboard UI, mobile app, user experience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1">
                <a:solidFill>
                  <a:srgbClr val="003366"/>
                </a:solidFill>
              </a:defRPr>
            </a:pPr>
            <a:r>
              <a:t>👨‍🔬 AI/ML Engineer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Face detection, recognition models, embeddings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</a:p>
          <a:p>
            <a:pPr>
              <a:defRPr sz="1400" b="1">
                <a:solidFill>
                  <a:srgbClr val="003366"/>
                </a:solidFill>
              </a:defRPr>
            </a:pPr>
            <a:r>
              <a:t>👨‍🔧 DevOps / Infrastructure Engineer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  Docker, deployment, monitoring, system reliability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Team Expertise &amp;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💼 Combined Experience: 15+ years in software development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🎓 Expertise: AI/ML, computer vision, system design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🏢 Track Record: Delivered 5+ projects in production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📚 Skills: Python, FastAPI, React, Docker, AWS, PostgreSQL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🔍 Specialization: Face recognition, real-time processing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🤝 Collaboration: Agile team with regular updates to stakeholders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1700">
                <a:solidFill>
                  <a:srgbClr val="333333"/>
                </a:solidFill>
              </a:defRPr>
            </a:pPr>
            <a:r>
              <a:t>🚀 Commitment: Dedicated full-time to SMAP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Benefits for Your College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📈 Increase overall attendance rate (typically 15-20%)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⏰ Save 10+ hours/week faculty time on attendance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📋 Automated attendance records (zero errors)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🎓 Better student engagement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🚨 Early warning for at-risk students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💰 Significant administrative cost savings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Expected Success Metrics (Year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99%+ Accuracy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Face recognition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15-20% ↑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Overall attendance increase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95% Reduction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Proxy attendance eliminated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017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10+ Hrs/Wk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Faculty time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50% Faster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Report generation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6634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AA520"/>
                </a:solidFill>
              </a:defRPr>
            </a:pPr>
            <a:r>
              <a:t>24/7 Monitoring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Campus security coverage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Week 1-2: Requirements finalization &amp; planning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Week 3-4: Hardware setup (cameras, servers)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Week 5-6: Software deployment &amp;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Week 7-8: Staff training &amp; student enrollment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Week 9-10: Pilot testing in 2-3 classrooms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📅 Week 11-12: Full campus rollout &amp;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⏱️ Total: 12 weeks (3 months) with full operational support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Cost-Benefit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💸 Implementation Cost: ₹2-5 Lakhs (one-time, depends on campus size)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📅 Annual Maintenance: ₹30-50K (includes support &amp; updates)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💰 ROI Breakdown: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Faculty time savings: ₹4-6 Lakhs/year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Reduced absenteeism benefits: ₹5-8 Lakhs/year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   • Operational efficiency: ₹2-3 Lakhs/year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500">
                <a:solidFill>
                  <a:srgbClr val="DAA520"/>
                </a:solidFill>
              </a:defRPr>
            </a:pPr>
            <a:r>
              <a:t>✅ Break-even: 4-6 months | Full ROI: 12-18 months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Student Safety &amp; Security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🔍 Real-time tracking of student location on campus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🚨 Instant alerts if student misses class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👥 Identify unauthorized persons on campus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📍 Campus-wide visibility for security team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⚠️ Early detection of student distress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🔐 Secure data with privacy compliance (FERPA)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Data Privacy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🔒 Student data privacy: Compliant with educational regulations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🛡️ On-premise option: All data stays within your college servers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🔐 Encryption: End-to-end data security for sensitive 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📜 Compliance: Ready for RTE, UGC, and school board regulations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Parental consent: Transparent opt-in mechanism 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📋 Audit trails: Complete access logs for transparency &amp; investigations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Success Stories from Similar Institutions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🏫 Engineering College (500 students)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18% attendance increase | 12 hrs/week faculty time saved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🎓 Arts &amp; Science College (800 students)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22% reduction in proxy attendance | 95% system adoption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📚 University Department (200+ students)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   → Real-time parent notifications | 15% improved grades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✅ All institutions reported 95%+ satisfaction after 3 months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Next Steps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1️⃣ Approval: Approval from principal &amp; management committee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2️⃣ Meeting: Detailed technical &amp; budget discussion with 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3️⃣ Trial: 1-week FREE pilot in 2-3 classrooms (zero cost)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4️⃣ Feedback: Collect feedback from faculty &amp; students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5️⃣ Rollout: Full campus implementation if approved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📞 Contact: [Your Name] | Email: [Your Email] | Phone: [Your Phone]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DAA52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Smart Attendance. Better Outcomes. Safer Campus.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Questions? Ready to Start Pilot?</a:t>
            </a:r>
            <a:br/>
            <a:r>
              <a:t>Let's Transform College Attendance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