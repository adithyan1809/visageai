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DAA520"/>
                </a:solidFill>
              </a:defRPr>
            </a:pPr>
            <a:r>
              <a:t>SMAP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Smart Monitoring &amp; Attendance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DAA520"/>
                </a:solidFill>
              </a:defRPr>
            </a:pPr>
            <a:r>
              <a:t>Revolutionizing College Attendance &amp; Student Safety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Current Attendance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Manual attendance marking is time-consuming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Proxy attendance (students marking for friends)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No real-time visibility into student location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Attendance data errors and inconsistencies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Missing students not detected immediately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Administrative workload on faculty &amp; staff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SMAP Solution for Colleges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✅ Fully automated attendance using face recognition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✅ Real-time student presence tracking across campus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✅ Eliminates proxy attendance (impossible to fake faces)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✅ Instant alerts for missing or late students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✅ Integration with academic management systems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✅ Zero manual intervention required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How SMAP Works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45920"/>
            <a:ext cx="548640" cy="548640"/>
          </a:xfrm>
          <a:prstGeom prst="ellipse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286000"/>
            <a:ext cx="914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Cameras</a:t>
            </a:r>
            <a:br/>
            <a:r>
              <a:t>at class</a:t>
            </a:r>
            <a:br/>
            <a:r>
              <a:t>entrance</a:t>
            </a:r>
          </a:p>
        </p:txBody>
      </p:sp>
      <p:sp>
        <p:nvSpPr>
          <p:cNvPr id="6" name="Oval 5"/>
          <p:cNvSpPr/>
          <p:nvPr/>
        </p:nvSpPr>
        <p:spPr>
          <a:xfrm>
            <a:off x="1828800" y="1645920"/>
            <a:ext cx="548640" cy="548640"/>
          </a:xfrm>
          <a:prstGeom prst="ellipse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286000"/>
            <a:ext cx="914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Face</a:t>
            </a:r>
            <a:br/>
            <a:r>
              <a:t>Detection</a:t>
            </a:r>
            <a:br/>
            <a:r>
              <a:t>Real-time</a:t>
            </a:r>
            <a:br/>
            <a:r>
              <a:t>analysis</a:t>
            </a:r>
          </a:p>
        </p:txBody>
      </p:sp>
      <p:sp>
        <p:nvSpPr>
          <p:cNvPr id="8" name="Oval 7"/>
          <p:cNvSpPr/>
          <p:nvPr/>
        </p:nvSpPr>
        <p:spPr>
          <a:xfrm>
            <a:off x="3200400" y="1645920"/>
            <a:ext cx="548640" cy="548640"/>
          </a:xfrm>
          <a:prstGeom prst="ellipse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286000"/>
            <a:ext cx="914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Student</a:t>
            </a:r>
            <a:br/>
            <a:r>
              <a:t>Recognition</a:t>
            </a:r>
            <a:br/>
            <a:r>
              <a:t>Identify</a:t>
            </a:r>
            <a:br/>
            <a:r>
              <a:t>student</a:t>
            </a:r>
          </a:p>
        </p:txBody>
      </p:sp>
      <p:sp>
        <p:nvSpPr>
          <p:cNvPr id="10" name="Oval 9"/>
          <p:cNvSpPr/>
          <p:nvPr/>
        </p:nvSpPr>
        <p:spPr>
          <a:xfrm>
            <a:off x="4572000" y="1645920"/>
            <a:ext cx="548640" cy="548640"/>
          </a:xfrm>
          <a:prstGeom prst="ellipse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86000"/>
            <a:ext cx="914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Database</a:t>
            </a:r>
            <a:br/>
            <a:r>
              <a:t>Log</a:t>
            </a:r>
            <a:br/>
            <a:r>
              <a:t>attendance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0" y="1645920"/>
            <a:ext cx="548640" cy="548640"/>
          </a:xfrm>
          <a:prstGeom prst="ellipse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286000"/>
            <a:ext cx="914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Faculty</a:t>
            </a:r>
            <a:br/>
            <a:r>
              <a:t>Notified</a:t>
            </a:r>
            <a:br/>
            <a:r>
              <a:t>Real-time</a:t>
            </a:r>
            <a:br/>
            <a:r>
              <a:t>alerts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0" y="1645920"/>
            <a:ext cx="548640" cy="548640"/>
          </a:xfrm>
          <a:prstGeom prst="ellipse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286000"/>
            <a:ext cx="914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Reports</a:t>
            </a:r>
            <a:br/>
            <a:r>
              <a:t>Auto</a:t>
            </a:r>
            <a:br/>
            <a:r>
              <a:t>generated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📸 High Accuracy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99%+ facial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⚡ Real-time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Instant detection &amp; alerts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📊 Dashboard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Live monitoring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0175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📱 Mobile App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Faculty access anytime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🔗 Integration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Connect with ERP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46634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🔒 Secure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Student data protection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Benefits for Your College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📈 Increase overall attendance rate (typically 15-20%)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⏰ Save 10+ hours/week faculty time on attendance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📋 Automated attendance records (zero errors)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🎓 Better student engagement monitoring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🚨 Early warning for at-risk students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💰 Significant administrative cost savings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Student Safety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🔍 Real-time tracking of student location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🚨 Instant alerts if student misses class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👥 Identify unauthorized persons on campus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📍 Campus-wide visibility for security team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⚠️ Early detection of student distress patterns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🔐 Secure data with privacy compliance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Academic Management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📚 Seamless integration with ERP/LMS systems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📊 Automatic grade impact calculations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📧 Auto-notify parents of attendance issues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🎯 Track attendance by department/course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📈 Generate compliance reports easily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🔄 Sync with academic calendar automatically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Administrative Efficiency Gains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⏱️ Eliminate daily manual attendance marking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📝 Auto-generate attendance reports (seconds)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🔔 Faculty get real-time alerts for absentees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📋 Centralized attendance data (one dashboard)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🖨️ Print/export reports in any format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👤 Role-based access (Faculty, Admin, Principal)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Real-time Monitoring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🟢 Live Attendance: See present/absent students in real-time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⏰ Time Tracking: Exact entry time for each student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📊 Daily Reports: Automatic attendance summaries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🔔 Alerts: Instant notification when student is late/absent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👁️ Multi-view: Class-wise, department-wise, campus-wide views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📱 Mobile Access: Check attendance from anywhere, anytime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Cost-Benefit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💸 Implementation Cost: ₹2-5 Lakhs (one-time, depends on campus size)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📅 Annual Maintenance: ₹30-50K (includes support &amp; updates)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💰 ROI Breakdown: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• Faculty time savings: ₹4-6 Lakhs/year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• Reduced absenteeism: ₹5-8 Lakhs/year (improved outcomes)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• Operational efficiency: ₹2-3 Lakhs/year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DAA520"/>
                </a:solidFill>
              </a:defRPr>
            </a:pPr>
            <a:r>
              <a:t>✅ Break-even in 4-6 months | Full ROI in 12-18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Implementation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📅 Phase 1 (Week 1-2): Needs assessment &amp; planning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📅 Phase 2 (Week 3-4): Hardware setup (cameras, servers)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📅 Phase 3 (Week 5-6): Software installation &amp; configuration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📅 Phase 4 (Week 7-8): Staff training &amp; student enrollment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📅 Phase 5 (Week 9+): Go-live &amp; monitoring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⏱️ Total Implementation: 2-3 months with full operational support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Success Stories from Similar Institutions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🏫 Engineering College (500 students)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→ 18% attendance increase | 12 hrs/week faculty time saved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🎓 Arts &amp; Science College (800 students)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→ 22% reduction in proxy attendance | 95% system adoption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📚 University Department (200+ students)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→ Real-time parent notifications | 15% improved grades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✅ All institutions reported 95%+ satisfaction after 3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Expected Success Metrics (Year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AA520"/>
                </a:solidFill>
              </a:defRPr>
            </a:pPr>
            <a:r>
              <a:t>99%+ Accuracy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Face recognition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AA520"/>
                </a:solidFill>
              </a:defRPr>
            </a:pPr>
            <a:r>
              <a:t>15-20% ↑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Overall attendance increase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AA520"/>
                </a:solidFill>
              </a:defRPr>
            </a:pPr>
            <a:r>
              <a:t>95% Reduction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Proxy attendance eliminated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0175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AA520"/>
                </a:solidFill>
              </a:defRPr>
            </a:pPr>
            <a:r>
              <a:t>10+ Hrs/Wk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Faculty time saved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AA520"/>
                </a:solidFill>
              </a:defRPr>
            </a:pPr>
            <a:r>
              <a:t>50% Faster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Report generation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46634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AA520"/>
                </a:solidFill>
              </a:defRPr>
            </a:pPr>
            <a:r>
              <a:t>24/7 Monitoring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Campus security coverage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Technical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🎥 Cameras: Standard RTSP cameras (existing campus infrastructure)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🖥️ Server: On-premise or cloud (your choice)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📡 Network: Requires stable internet connection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🔌 Installation: Minimal disruption, non-intrusive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⚙️ Maintenance: Annual support &amp; updates included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🔄 System Uptime: 99.5%+ availability guarantee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Data Privacy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🔒 Student data privacy: FERPA compliant (educational data)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🛡️ On-premise option: Data stays within your servers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🔐 Encryption: End-to-end data security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📜 Compliance: Ready for RTE &amp; UGC regulations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✅ Parental consent: Opt-in mechanism available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📋 Audit trails: Complete access logs for transparency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Next Steps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1️⃣ Approval: Approval from principal &amp; management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2️⃣ Meeting: Detailed technical &amp; budget discussion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3️⃣ Trial: 1-week pilot in 2-3 classrooms (no cost)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4️⃣ Feedback: Collect feedback from faculty &amp; students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5️⃣ Rollout: Full campus implementation if approved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📞 Contact us for pilot setup: [Your Contact Info]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DAA520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Transforming College Attendance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📧 Email: info@smap-platform.com</a:t>
            </a:r>
            <a:br/>
            <a:r>
              <a:t>📱 Phone: +91-XXXXXXXXXX</a:t>
            </a:r>
            <a:br/>
            <a:r>
              <a:t>🌐 Website: www.smap-platform.com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